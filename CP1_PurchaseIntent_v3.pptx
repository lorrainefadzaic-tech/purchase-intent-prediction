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headline metrics once you paste them here, and name two next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Interpret the slide briefly and tie it back to the project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Progress - Checkpoint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Purchase Intent Prediction - Hazel T. Chikara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(CP1)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baseline: &lt;fill after results&gt;</a:t>
            </a:r>
          </a:p>
          <a:p>
            <a:r>
              <a:t>Accuracy: &lt;...&gt; | ROC AUC: &lt;...&gt;</a:t>
            </a:r>
          </a:p>
          <a:p>
            <a:r>
              <a:t>Precision: &lt;...&gt; | Recall: &lt;...&gt; | F1: &lt;...&gt;</a:t>
            </a:r>
          </a:p>
          <a:p>
            <a:r>
              <a:t>Next: threshold tuning, class weights, boosting; add SHAP for insight.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