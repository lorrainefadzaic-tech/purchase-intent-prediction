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bullets to reflect your exact dataset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Progress: Purchase Intent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Checkpoint 1 and Checkpoint 2</a:t>
            </a:r>
          </a:p>
          <a:p>
            <a:r>
              <a:t>Data Mining and Predictive Analytics</a:t>
            </a:r>
          </a:p>
          <a:p>
            <a:r>
              <a:t>Prepared for Hazel T. Chikara</a:t>
            </a:r>
          </a:p>
          <a:p>
            <a:r>
              <a:t>October 02,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Project pitch summary</a:t>
            </a:r>
          </a:p>
          <a:p>
            <a:pPr/>
            <a:r>
              <a:t>Data overview and exploration visuals</a:t>
            </a:r>
          </a:p>
          <a:p>
            <a:pPr/>
            <a:r>
              <a:t>Preliminary data mining pipeline and technical details (CP1)</a:t>
            </a:r>
          </a:p>
          <a:p>
            <a:pPr/>
            <a:r>
              <a:t>Experimental results and analysis</a:t>
            </a:r>
          </a:p>
          <a:p>
            <a:pPr/>
            <a:r>
              <a:t>Issues and risks</a:t>
            </a:r>
          </a:p>
          <a:p>
            <a:pPr/>
            <a:r>
              <a:t>Improvements and enhanced performance (CP2)</a:t>
            </a:r>
          </a:p>
          <a:p>
            <a:pPr/>
            <a:r>
              <a:t>Future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Pitch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Problem: Predict whether a user session will result in a purchase.</a:t>
            </a:r>
          </a:p>
          <a:p>
            <a:pPr/>
            <a:r>
              <a:t>Users and stakeholders: Growth, product analytics, CRM, marketing</a:t>
            </a:r>
          </a:p>
          <a:p>
            <a:pPr/>
            <a:r>
              <a:t>Business value: Improve CRO, lower CAC, better ROAS via targeting</a:t>
            </a:r>
          </a:p>
          <a:p>
            <a:pPr/>
            <a:r>
              <a:t>Target: Binary label purchase ∈ {0,1}</a:t>
            </a:r>
          </a:p>
          <a:p>
            <a:pPr/>
            <a:r>
              <a:t>Approach: Supervised learning over session features with calibrated probabilities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Key tables: sessions, users, transactions (adjust to your schema)</a:t>
            </a:r>
          </a:p>
          <a:p>
            <a:pPr/>
            <a:r>
              <a:t>Typical features: device, channel, campaign, pages, dwell time, RFM proxies</a:t>
            </a:r>
          </a:p>
          <a:p>
            <a:pPr/>
            <a:r>
              <a:t>Target definition window: within-session or post-session purchase window</a:t>
            </a:r>
          </a:p>
          <a:p>
            <a:pPr/>
            <a:r>
              <a:t>Train/validation/test split with stratification (or temporal split if time-ordered)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 (Checkpoint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Schema, dtypes, missingness profile</a:t>
            </a:r>
          </a:p>
          <a:p>
            <a:r>
              <a:t>• Target distribution and class balance</a:t>
            </a:r>
          </a:p>
          <a:p>
            <a:r>
              <a:t>• Histograms for numeric features</a:t>
            </a:r>
          </a:p>
          <a:p>
            <a:r>
              <a:t>• Bivariate relationships vs target (means by class)</a:t>
            </a:r>
          </a:p>
          <a:p/>
          <a:p>
            <a:r>
              <a:t>Tip: The notebook cells already generate these plots.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Visuals Placeholder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 images were found automatically.</a:t>
            </a:r>
          </a:p>
          <a:p>
            <a:r>
              <a:t>After you run the notebook and save figures (e.g., to figures_eda/), re-run this deck generator or insert charts manually.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Preliminary Pipeline (Checkpoint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Preprocess: median impute numeric, mode impute categoricals, one-hot encode, scale</a:t>
            </a:r>
          </a:p>
          <a:p>
            <a:pPr/>
            <a:r>
              <a:t>Models: Logistic Regression baseline; Random Forest baseline</a:t>
            </a:r>
          </a:p>
          <a:p>
            <a:pPr/>
            <a:r>
              <a:t>Calibration: optional via CalibratedClassifierCV</a:t>
            </a:r>
          </a:p>
          <a:p>
            <a:pPr/>
            <a:r>
              <a:t>Metrics: ROC AUC, PR AUC, F1, Accuracy; confusion matrix</a:t>
            </a:r>
          </a:p>
          <a:p>
            <a:pPr/>
            <a:r>
              <a:t>Visuals: ROC, PR curves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 (CP1)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Insert metric table from notebook res_df.</a:t>
            </a:r>
          </a:p>
          <a:p>
            <a:r>
              <a:t>• Example: model, ROC AUC, PR AUC, F1, Accuracy</a:t>
            </a:r>
          </a:p>
          <a:p>
            <a:r>
              <a:t>• Add confusion matrix and threshold notes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Class imbalance reducing minority recall</a:t>
            </a:r>
          </a:p>
          <a:p>
            <a:pPr/>
            <a:r>
              <a:t>High-cardinality categoricals expanding dimensionality</a:t>
            </a:r>
          </a:p>
          <a:p>
            <a:pPr/>
            <a:r>
              <a:t>Missing values and mixed types affecting stability</a:t>
            </a:r>
          </a:p>
          <a:p>
            <a:pPr/>
            <a:r>
              <a:t>Potential temporal leakage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 2: Methods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Candidates: Logistic Regression, Random Forest, Gradient Boosting, HistGradientBoosting</a:t>
            </a:r>
          </a:p>
          <a:p>
            <a:pPr/>
            <a:r>
              <a:t>Evaluation: 5-fold stratified CV on ROC AUC and PR AUC</a:t>
            </a:r>
          </a:p>
          <a:p>
            <a:pPr/>
            <a:r>
              <a:t>Lightweight tuning for the top performer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 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Insert the CV summary table (cv_df) and best params from GridSearchCV.</a:t>
            </a:r>
          </a:p>
          <a:p>
            <a:r>
              <a:t>Highlight improved ROC AUC / PR AUC vs CP1 baselines.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Threshold tuning using business costs; decile/lift analysis</a:t>
            </a:r>
          </a:p>
          <a:p>
            <a:pPr/>
            <a:r>
              <a:t>Cost-sensitive learning or focal loss for imbalance</a:t>
            </a:r>
          </a:p>
          <a:p>
            <a:pPr/>
            <a:r>
              <a:t>Temporal validation / backtesting; deployment packaging and monitoring</a:t>
            </a:r>
          </a:p>
          <a:p>
            <a:pPr/>
            <a:r>
              <a:t>Probability calibration; monotonic constraints where applicable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Deck generated from: /mnt/data/purchase_intent_progress_checkpoints.ipynb</a:t>
            </a:r>
          </a:p>
          <a:p>
            <a:r>
              <a:t>Date: October 02, 2025</a:t>
            </a:r>
          </a:p>
          <a:p>
            <a:r>
              <a:t>Run the notebook first to regenerate plots and metrics for insertion.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