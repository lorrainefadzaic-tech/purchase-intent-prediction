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each step helps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numbers on screen while narrating what improved since CP1.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Purchase Intent Prediction — Checkpoint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Mining (CSE 511)</a:t>
            </a:r>
          </a:p>
          <a:p>
            <a:r>
              <a:t>Team: Your Names</a:t>
            </a:r>
          </a:p>
          <a:p>
            <a:r>
              <a:t>≤ 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Pitch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Predict whether a lead converts (Result = 1)</a:t>
            </a:r>
          </a:p>
          <a:p>
            <a:pPr lvl="1"/>
            <a:r>
              <a:t>Importance: Focus sales efforts; raise conversion rate</a:t>
            </a:r>
          </a:p>
          <a:p>
            <a:pPr lvl="1"/>
            <a:r>
              <a:t>Task: Binary classification; Course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Engineered Journey_Duration and date parts (Start/End Year, Month)</a:t>
            </a:r>
          </a:p>
          <a:p>
            <a:pPr lvl="1"/>
            <a:r>
              <a:t>Excluded ID-like columns from learning</a:t>
            </a:r>
          </a:p>
          <a:p>
            <a:pPr lvl="1"/>
            <a:r>
              <a:t>Imputation: median (num), most_frequent (cat); One-Hot for categoricals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(10k Sample) — Model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Model: Logistic Regression (10k stratified sample)</a:t>
            </a:r>
          </a:p>
          <a:p>
            <a:pPr lvl="1"/>
            <a:r>
              <a:t>Accuracy: 0.698 | Precision: 0.639 | Recall: 0.671</a:t>
            </a:r>
          </a:p>
          <a:p>
            <a:pPr lvl="1"/>
            <a:r>
              <a:t>F1: 0.655 | ROC-AUC: 0.756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(Validation — 10k Sample)</a:t>
            </a:r>
          </a:p>
        </p:txBody>
      </p:sp>
      <p:pic>
        <p:nvPicPr>
          <p:cNvPr id="3" name="Picture 2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— Logistic Regression (10k Sample)</a:t>
            </a:r>
          </a:p>
        </p:txBody>
      </p:sp>
      <p:pic>
        <p:nvPicPr>
          <p:cNvPr id="3" name="Picture 2" descr="cm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from CP1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Added time-based features; unified preprocessing pipeline</a:t>
            </a:r>
          </a:p>
          <a:p>
            <a:pPr lvl="1"/>
            <a:r>
              <a:t>Next: hyperparameter tuning; try tree-based models &amp; stacking</a:t>
            </a:r>
          </a:p>
          <a:p>
            <a:pPr lvl="1"/>
            <a:r>
              <a:t>Interpretability (SHAP) and deployment plan (batch scoring)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