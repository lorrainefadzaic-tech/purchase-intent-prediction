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Progress - Checkpoint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Purchase Intent Prediction - Hazel T. Chikara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of Project Pitch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- predict purchase intent for better targeting and conversion.</a:t>
            </a:r>
          </a:p>
          <a:p>
            <a:r>
              <a:t>Importance - improves ROI and user experience.</a:t>
            </a:r>
          </a:p>
          <a:p>
            <a:r>
              <a:t>Challenges - noise, imbalance, leakage, missing values.</a:t>
            </a:r>
          </a:p>
          <a:p>
            <a:r>
              <a:t>Task - supervised classification on tabular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shape - 177086 rows, 23 columns.</a:t>
            </a:r>
          </a:p>
          <a:p>
            <a:r>
              <a:t>Target column - Result.</a:t>
            </a:r>
          </a:p>
          <a:p>
            <a:r>
              <a:t>Quality checks - dtypes, missingness, duplicates, value ranges.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- Missingness Train</a:t>
            </a:r>
          </a:p>
        </p:txBody>
      </p:sp>
      <p:pic>
        <p:nvPicPr>
          <p:cNvPr id="3" name="Picture 2" descr="missingness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62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- Target Distribution</a:t>
            </a:r>
          </a:p>
        </p:txBody>
      </p:sp>
      <p:pic>
        <p:nvPicPr>
          <p:cNvPr id="3" name="Picture 2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62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- Corr Heatmap</a:t>
            </a:r>
          </a:p>
        </p:txBody>
      </p:sp>
      <p:pic>
        <p:nvPicPr>
          <p:cNvPr id="3" name="Picture 2" descr="co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Preliminary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 - type casting, outlier checks, missing value handling.</a:t>
            </a:r>
          </a:p>
          <a:p>
            <a:r>
              <a:t>Feature prep - numeric imputation, plan one-hot for categoricals.</a:t>
            </a:r>
          </a:p>
          <a:p>
            <a:r>
              <a:t>Validation - stratified split and cross-validation.</a:t>
            </a:r>
          </a:p>
          <a:p>
            <a:r>
              <a:t>Metrics - accuracy, ROC AUC, precision, recall, F1.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class balance and adjust thresholds or weights.</a:t>
            </a:r>
          </a:p>
          <a:p>
            <a:r>
              <a:t>Run leakage audit on time or session identifiers.</a:t>
            </a:r>
          </a:p>
          <a:p>
            <a:r>
              <a:t>Add gradient boosting models for CP2.</a:t>
            </a:r>
          </a:p>
          <a:p>
            <a:r>
              <a:t>Plan SHAP insights and error slice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